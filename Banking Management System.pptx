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75" r:id="rId9"/>
    <p:sldId id="276" r:id="rId10"/>
    <p:sldId id="277" r:id="rId11"/>
    <p:sldId id="273" r:id="rId12"/>
    <p:sldId id="274" r:id="rId13"/>
    <p:sldId id="262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67" r:id="rId27"/>
    <p:sldId id="268" r:id="rId28"/>
    <p:sldId id="26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1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234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82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90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680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868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036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691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864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62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15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6548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196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2246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432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519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858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4AFF9-927D-464F-80D3-96D50533CEB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B1DCE6A-84E2-4775-9DBF-EEEA4D6A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0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5C3F-5691-43CF-8D23-38E9F1E83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171" y="1947340"/>
            <a:ext cx="8905896" cy="1253063"/>
          </a:xfrm>
        </p:spPr>
        <p:txBody>
          <a:bodyPr/>
          <a:lstStyle/>
          <a:p>
            <a:r>
              <a:rPr lang="en-IN" sz="4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Banking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F3AB4-1E87-4A3A-81DD-43988F090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699330"/>
          </a:xfrm>
        </p:spPr>
        <p:txBody>
          <a:bodyPr>
            <a:normAutofit fontScale="85000" lnSpcReduction="20000"/>
          </a:bodyPr>
          <a:lstStyle/>
          <a:p>
            <a:r>
              <a:rPr lang="en-US" sz="31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Using C Programming and Linked List</a:t>
            </a:r>
          </a:p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r>
              <a:rPr lang="en-US" sz="23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Presented by</a:t>
            </a:r>
          </a:p>
          <a:p>
            <a:r>
              <a:rPr lang="en-I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Reetesh Mahapatra</a:t>
            </a:r>
            <a:r>
              <a:rPr lang="en-IN" sz="33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489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27053-74F0-4F5A-89E9-2F33A5A51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870A84-0CC1-412D-8E06-F16AB9E4C6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7601" y="1357393"/>
            <a:ext cx="8596668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operations like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rint Passbook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Enquiry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Withdrawal Balance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 Balance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Transfer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Account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&amp; Update Account Holder Details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</a:t>
            </a:r>
          </a:p>
        </p:txBody>
      </p:sp>
    </p:spTree>
    <p:extLst>
      <p:ext uri="{BB962C8B-B14F-4D97-AF65-F5344CB8AC3E}">
        <p14:creationId xmlns:p14="http://schemas.microsoft.com/office/powerpoint/2010/main" val="174453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67CE-EE44-4FDB-A9B3-9B61B91A5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958E5-ECE7-4324-AF6F-774479B3C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Concepts Used: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Structures, Linked List,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Compiler: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063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7BD5-2DDD-4C60-8EC7-04574A9F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USED 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8BBA-AE06-46C5-BBE2-ACB2B921F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Customer Details Structure */</a:t>
            </a:r>
          </a:p>
          <a:p>
            <a:pPr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 struct customer</a:t>
            </a:r>
          </a:p>
          <a:p>
            <a:pPr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char name[100];</a:t>
            </a:r>
          </a:p>
          <a:p>
            <a:pPr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char address[500];</a:t>
            </a:r>
          </a:p>
          <a:p>
            <a:pPr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unsigned long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Aadhaar_id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char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pan_id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[16];</a:t>
            </a:r>
          </a:p>
          <a:p>
            <a:pPr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unsigned long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mob_no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short int age;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customer;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422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FBE6-3586-0D54-71C3-C589778C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699F7-8461-691E-F13E-184020FD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USED 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6EAD8-9309-A77E-2EDF-1E6A84AE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Nominee Details Structure */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 struct nominee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customer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char relation[20];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nominee;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71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085B-1C37-83A2-4E79-0624503C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8A51-C510-9960-0120-CA500B050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USED 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258D9-BAA9-7E3F-2E75-C531BEDD0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Banking Details Structure */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 struct Banking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unsigned long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sav_ac_no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unsigned long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cur_ac_no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char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IFSC_code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[20];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long int balance;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Banking;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57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38D8E-B198-7593-F137-647C45640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4BCB-ED4B-29AF-F495-821239063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USED 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A6C00-90FA-572D-F0E4-BF3AA6370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Main Structure*/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 struct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accountdetails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// int choice;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customer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nominee nom;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Banking bank;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struct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accountdetails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*next;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accountdetails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66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F1CA5-16C7-5F7E-F181-A883EFA6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DE0EC-8B8C-6673-6D7D-221C5D77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Veriable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68621-609D-2AD5-C265-CBF1A759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/*Global </a:t>
            </a:r>
            <a:r>
              <a:rPr lang="en-IN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veriable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 long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 MIN_SAVINGS_ACC = 1200010100100;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 long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 MAX_SAVINGS_ACC = 1200010100599;</a:t>
            </a:r>
          </a:p>
          <a:p>
            <a:pPr>
              <a:lnSpc>
                <a:spcPts val="1425"/>
              </a:lnSpc>
              <a:buNone/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 long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 MIN_CURRENT_ACC = 1200010100600;</a:t>
            </a: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 long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 MAX_CURRENT_ACC =1200010101200;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IFSC_code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[20]= "BANDW0000001";</a:t>
            </a:r>
          </a:p>
          <a:p>
            <a:pPr>
              <a:lnSpc>
                <a:spcPts val="1425"/>
              </a:lnSpc>
              <a:buNone/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48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74125-AE4F-7590-ACE8-89ACBF60B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7C7C-6088-BA85-66C3-41675ECD9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pointer</a:t>
            </a:r>
            <a:br>
              <a:rPr lang="en-I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50B00-AA92-4CB4-67FF-446C65DC2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/*Global Pointer*/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accountdetails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*new,*temp,*head=NULL,*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,*previous=NULL;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250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72387-DCAE-4755-81B3-50C2F65DD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9864-E839-FF7A-A0DA-A1B58E62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declaration</a:t>
            </a:r>
            <a:br>
              <a:rPr lang="en-I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70200-1C1A-4ABA-5ACE-D7193A22E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/*Function declaration*/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Bank();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CreateAccount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printPassbook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balanceTransfer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viewAndUpdateAccountHolder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WithdrawalBalance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DepositBalance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updateBankDetails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accountdetails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*new);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Loan();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displayAllaccount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accountdetails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*head);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deleteAccount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1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BalanceEnquiry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58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F362-38CE-5941-4330-DB7D4780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8FF42-7149-3C80-4DBF-1E5F85D8D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335EA-20ED-147B-3633-4A681B616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 new  </a:t>
            </a:r>
            <a:r>
              <a:rPr lang="en-US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Display all account details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Search account by </a:t>
            </a:r>
            <a:r>
              <a:rPr lang="en-US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account number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Update existing account holder details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Delete account holder details</a:t>
            </a:r>
          </a:p>
        </p:txBody>
      </p:sp>
    </p:spTree>
    <p:extLst>
      <p:ext uri="{BB962C8B-B14F-4D97-AF65-F5344CB8AC3E}">
        <p14:creationId xmlns:p14="http://schemas.microsoft.com/office/powerpoint/2010/main" val="3313636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0D79-6F6D-2A79-49CA-D827252A9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0433B-5389-0E3A-7DFF-8764FD7C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FLOW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3A0CA-AF5C-89C9-A704-749AF5677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menu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Manager	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Display All account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Exit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Frontline Staff 		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→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rint Passbook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→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Withdrawal Balance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→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 Balance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→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Transfer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→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Account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→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&amp; Update Account Holder Details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→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</a:t>
            </a:r>
          </a:p>
          <a:p>
            <a:pPr marL="0" indent="0">
              <a:buNone/>
            </a:pP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DBE9994-D229-9721-1DEF-16C1A4ADFAD3}"/>
              </a:ext>
            </a:extLst>
          </p:cNvPr>
          <p:cNvCxnSpPr>
            <a:cxnSpLocks/>
          </p:cNvCxnSpPr>
          <p:nvPr/>
        </p:nvCxnSpPr>
        <p:spPr>
          <a:xfrm>
            <a:off x="1148080" y="2496820"/>
            <a:ext cx="528323" cy="307340"/>
          </a:xfrm>
          <a:prstGeom prst="bentConnector3">
            <a:avLst>
              <a:gd name="adj1" fmla="val 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9D2696FE-EF78-98A7-13BD-9CACF76409D7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4822" y="3047418"/>
            <a:ext cx="1014837" cy="528321"/>
          </a:xfrm>
          <a:prstGeom prst="bentConnector3">
            <a:avLst>
              <a:gd name="adj1" fmla="val 10030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363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2D0C-3CC6-42AA-B2C1-0D960063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SNIPPET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159F5-AC76-437B-AFB7-EADF28E84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CreateAccount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new=(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accountdetails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*)malloc(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accountdetails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…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…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1924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B72F-C458-B5D2-127E-E39DA383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2DD53-2284-47CA-987E-C4BC2CD8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9457-0922-ECA4-F23D-D38C42484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IN" dirty="0"/>
              <a:t> </a:t>
            </a: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F1566C-4A39-1B26-4947-67E42CB1B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892" y="2662944"/>
            <a:ext cx="6497551" cy="766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4F97A9-45C5-10CC-5A5E-C35E0E4CD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891" y="3429000"/>
            <a:ext cx="6497551" cy="258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68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9F065-9739-B64D-9B90-418B24C39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00D1-91DC-7B3B-AD6E-7868D5B8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654D9-9D1A-E88E-1A43-C5EE31BEC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09F810-7F25-63A0-FB07-EBA6B1DA9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751" y="2542590"/>
            <a:ext cx="4331831" cy="17224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430AD6-F782-E2F4-F6AB-6DB1A8A44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752" y="4231683"/>
            <a:ext cx="4331831" cy="180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68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1A21F-C543-A7CD-6854-8F10AFB3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E892-412B-B7A9-C61C-05C242F42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55BFB-2CF4-C9BF-D33B-279598E5D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Passbook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05F83-3A11-EDD3-DFA5-3C5314951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317" y="2582143"/>
            <a:ext cx="5428701" cy="345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21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ECF5D-48F2-1601-C6BF-C90488188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B88C6-20DB-96DE-56DB-4202D898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2B4F-B358-3E86-B280-C499F21C3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Enquiry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813885-9170-C56D-D0E9-18099CCBC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083" y="2797159"/>
            <a:ext cx="6270170" cy="15564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77B4F8-9119-8D24-5F51-6413839AA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083" y="4353577"/>
            <a:ext cx="6270170" cy="181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16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32F11-61D5-52E3-B4C5-85AF6D82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62FF-C460-AB05-D9D3-7202D883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C92D7-DE74-34CB-F323-06125827F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Withdrawal Balance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7E3C7-BFE3-6FBB-1546-209CF24BE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004" y="2604432"/>
            <a:ext cx="6488221" cy="343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81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7F139-FB50-E9C3-F802-C7CD5573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CA2A-5034-1351-BF2C-888FA121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ADFE-3383-E5BC-D768-C3DA3E949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 Balance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6D97AB-419D-3CAE-F445-A1B50936B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493" y="2587608"/>
            <a:ext cx="6392535" cy="345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79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90BA9-2924-59B4-35F7-E8AEE7F74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4C4C-2467-AE11-5303-8D1E9B66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92FA3-41B8-C247-1DF0-65E778F59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Transfer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8A7DA-B3B2-0F14-9BC5-202F144E9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32" y="2562407"/>
            <a:ext cx="6029088" cy="347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41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38915-F1BA-381E-2A99-49BD2D89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ED25-482F-47F5-7F4A-6DF3343D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DCB2D-515A-0CDB-A01D-D3B50A584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Manager         Display All Account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80FCCE6-D53C-D0FD-7994-14ADD2EB2398}"/>
              </a:ext>
            </a:extLst>
          </p:cNvPr>
          <p:cNvSpPr/>
          <p:nvPr/>
        </p:nvSpPr>
        <p:spPr>
          <a:xfrm>
            <a:off x="3108960" y="2367280"/>
            <a:ext cx="497840" cy="144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943132-04A3-381B-003F-DA939281F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927" y="2630103"/>
            <a:ext cx="5545481" cy="341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7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1F930-1868-30B5-3D6B-BC2F12C95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519E1-62D1-B8E2-D15D-24CD31188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8F166-8A5C-3944-33AF-8EBA872C3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Manager         Display All Account         Continue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2D77585-8BBE-726F-966C-0488301EEE9A}"/>
              </a:ext>
            </a:extLst>
          </p:cNvPr>
          <p:cNvSpPr/>
          <p:nvPr/>
        </p:nvSpPr>
        <p:spPr>
          <a:xfrm>
            <a:off x="3108960" y="2367280"/>
            <a:ext cx="497840" cy="144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59FC82E-4F85-57C1-0CBE-5A06E204B1DD}"/>
              </a:ext>
            </a:extLst>
          </p:cNvPr>
          <p:cNvSpPr/>
          <p:nvPr/>
        </p:nvSpPr>
        <p:spPr>
          <a:xfrm>
            <a:off x="6573520" y="2367280"/>
            <a:ext cx="497840" cy="144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6C9E00-50C9-0D3B-160B-7AA99B658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576" y="2628183"/>
            <a:ext cx="4704183" cy="343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2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38B85-910C-68E3-8F3A-8D9AC797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9A7F-A1F1-3B79-175E-9B46CCB1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F0EF3-37C9-E449-E0E7-9CF4C23E9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Account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7C96A4-E24D-A750-F2C7-2F7937F1D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949" y="2791020"/>
            <a:ext cx="7295438" cy="261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41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EDEA-120B-17C4-1C33-27CD8D15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0B430-E7D4-2FCA-0E52-E874A3D04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96ADD-BAE7-64BE-1BA4-EE629AB74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Manager         Display All Account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2640214-CDB1-C4F5-4FF0-00D0AFEB44F9}"/>
              </a:ext>
            </a:extLst>
          </p:cNvPr>
          <p:cNvSpPr/>
          <p:nvPr/>
        </p:nvSpPr>
        <p:spPr>
          <a:xfrm>
            <a:off x="3108960" y="2367280"/>
            <a:ext cx="497840" cy="144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71C134-6B04-E8BA-D180-22E982BA0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730"/>
          <a:stretch>
            <a:fillRect/>
          </a:stretch>
        </p:blipFill>
        <p:spPr>
          <a:xfrm>
            <a:off x="2297142" y="2577531"/>
            <a:ext cx="5241521" cy="346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64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0989C-F62E-2D32-EB7B-A7600A66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C74A-CDF6-236B-55FE-78ACDD05B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SCREENSHOT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78ABD-E80D-2218-FB3E-891AF02B6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Manager         Display All Account         Continue</a:t>
            </a: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632228A-04A3-35DF-E4FE-0C07A76BBD02}"/>
              </a:ext>
            </a:extLst>
          </p:cNvPr>
          <p:cNvSpPr/>
          <p:nvPr/>
        </p:nvSpPr>
        <p:spPr>
          <a:xfrm>
            <a:off x="3108960" y="2367280"/>
            <a:ext cx="497840" cy="144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ACEB2DF-B365-761C-B494-198263D85754}"/>
              </a:ext>
            </a:extLst>
          </p:cNvPr>
          <p:cNvSpPr/>
          <p:nvPr/>
        </p:nvSpPr>
        <p:spPr>
          <a:xfrm>
            <a:off x="6573520" y="2367280"/>
            <a:ext cx="497840" cy="144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586286-A5C7-97C2-260A-B48DB9117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347" y="2754778"/>
            <a:ext cx="6744641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54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0778F-98B8-423B-9926-A430E329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BFFF30-D6D9-42E4-94FB-00DE7242D3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501442"/>
            <a:ext cx="894672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 in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Fixed deposit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Locker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History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Save &amp; Load file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57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8AFD-0119-4AA8-A2B7-236C4D50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73C35-5604-44CA-9F3E-9B441D19A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helped me improve my C programming skills, especially in using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lists .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also taught me how to design and structure a real-life mini software system."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792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58ED-6FE8-4612-BB56-2DEF5177D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135" y="3056466"/>
            <a:ext cx="9601196" cy="1303867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6933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1335</TotalTime>
  <Words>612</Words>
  <Application>Microsoft Office PowerPoint</Application>
  <PresentationFormat>Widescreen</PresentationFormat>
  <Paragraphs>144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Consolas</vt:lpstr>
      <vt:lpstr>Times New Roman</vt:lpstr>
      <vt:lpstr>Trebuchet MS</vt:lpstr>
      <vt:lpstr>Wingdings</vt:lpstr>
      <vt:lpstr>Wingdings 3</vt:lpstr>
      <vt:lpstr>Facet</vt:lpstr>
      <vt:lpstr>Banking Management System</vt:lpstr>
      <vt:lpstr>OBJECTIVE</vt:lpstr>
      <vt:lpstr>TECHNOLOGY</vt:lpstr>
      <vt:lpstr>STRUCTURE USED </vt:lpstr>
      <vt:lpstr>STRUCTURE USED </vt:lpstr>
      <vt:lpstr>STRUCTURE USED </vt:lpstr>
      <vt:lpstr>STRUCTURE USED </vt:lpstr>
      <vt:lpstr>Global Veriable</vt:lpstr>
      <vt:lpstr>Global pointer </vt:lpstr>
      <vt:lpstr>Function declaration </vt:lpstr>
      <vt:lpstr>FEATURES</vt:lpstr>
      <vt:lpstr>PROGRAM FLOW</vt:lpstr>
      <vt:lpstr>CODE SNIPPET</vt:lpstr>
      <vt:lpstr>OUTPUT SCREENSHOT</vt:lpstr>
      <vt:lpstr>OUTPUT SCREENSHOT</vt:lpstr>
      <vt:lpstr>OUTPUT SCREENSHOT</vt:lpstr>
      <vt:lpstr>OUTPUT SCREENSHOT</vt:lpstr>
      <vt:lpstr>OUTPUT SCREENSHOT</vt:lpstr>
      <vt:lpstr>OUTPUT SCREENSHOT</vt:lpstr>
      <vt:lpstr>OUTPUT SCREENSHOT</vt:lpstr>
      <vt:lpstr>OUTPUT SCREENSHOT</vt:lpstr>
      <vt:lpstr>OUTPUT SCREENSHOT</vt:lpstr>
      <vt:lpstr>OUTPUT SCREENSHOT</vt:lpstr>
      <vt:lpstr>OUTPUT SCREENSHOT</vt:lpstr>
      <vt:lpstr>OUTPUT SCREENSHOT</vt:lpstr>
      <vt:lpstr>FUTURE ENHANCEMENTS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Database Management System</dc:title>
  <dc:creator>Manju shree. P Parani</dc:creator>
  <cp:lastModifiedBy>Reetesh Mahapatra</cp:lastModifiedBy>
  <cp:revision>3</cp:revision>
  <dcterms:created xsi:type="dcterms:W3CDTF">2025-05-09T03:55:30Z</dcterms:created>
  <dcterms:modified xsi:type="dcterms:W3CDTF">2025-06-05T03:44:57Z</dcterms:modified>
</cp:coreProperties>
</file>